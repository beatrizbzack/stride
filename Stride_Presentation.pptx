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nblogger.com/2014/03/garmin-forerunner-910xt-gps-watch-review.html" TargetMode="External"/><Relationship Id="rId7" Type="http://schemas.openxmlformats.org/officeDocument/2006/relationships/hyperlink" Target="https://runblogger.com/2013/09/garmin-forerunner-620-and-220-gps-watch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hyperlink" Target="https://runblogger.com/2014/07/garmin-forerunner-15-fr15-review-activity-tracking-and-gps-in-one-watch.html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Stride – Linguagem de Programação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APS </a:t>
            </a:r>
            <a:r>
              <a:rPr dirty="0" err="1"/>
              <a:t>LogComp</a:t>
            </a:r>
            <a:r>
              <a:rPr lang="pt-BR" dirty="0"/>
              <a:t> 25.2</a:t>
            </a:r>
            <a:r>
              <a:rPr dirty="0"/>
              <a:t> – Beatriz Borges Zackiewicz</a:t>
            </a:r>
            <a:r>
              <a:rPr lang="pt-BR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Criar</a:t>
            </a:r>
            <a:r>
              <a:rPr sz="2400" dirty="0"/>
              <a:t> </a:t>
            </a:r>
            <a:r>
              <a:rPr sz="2400" dirty="0" err="1"/>
              <a:t>uma</a:t>
            </a:r>
            <a:r>
              <a:rPr sz="2400" dirty="0"/>
              <a:t> </a:t>
            </a:r>
            <a:r>
              <a:rPr sz="2400" dirty="0" err="1"/>
              <a:t>linguagem</a:t>
            </a:r>
            <a:r>
              <a:rPr sz="2400" dirty="0"/>
              <a:t> de alto </a:t>
            </a:r>
            <a:r>
              <a:rPr sz="2400" dirty="0" err="1"/>
              <a:t>nível</a:t>
            </a:r>
            <a:r>
              <a:rPr sz="2400" dirty="0"/>
              <a:t> </a:t>
            </a:r>
            <a:r>
              <a:rPr sz="2400" dirty="0" err="1"/>
              <a:t>que</a:t>
            </a:r>
            <a:r>
              <a:rPr sz="2400" dirty="0"/>
              <a:t> </a:t>
            </a:r>
            <a:r>
              <a:rPr sz="2400" dirty="0" err="1"/>
              <a:t>simula</a:t>
            </a:r>
            <a:r>
              <a:rPr sz="2400" dirty="0"/>
              <a:t> um Smartwatch de corrida.</a:t>
            </a:r>
          </a:p>
          <a:p>
            <a:pPr lvl="1"/>
            <a:r>
              <a:rPr sz="2400" dirty="0" err="1"/>
              <a:t>Permitir</a:t>
            </a:r>
            <a:r>
              <a:rPr sz="2400" dirty="0"/>
              <a:t> </a:t>
            </a:r>
            <a:r>
              <a:rPr sz="2400" dirty="0" err="1"/>
              <a:t>controle</a:t>
            </a:r>
            <a:r>
              <a:rPr sz="2400" dirty="0"/>
              <a:t> de </a:t>
            </a:r>
            <a:r>
              <a:rPr sz="2400" dirty="0" err="1"/>
              <a:t>ações</a:t>
            </a:r>
            <a:r>
              <a:rPr sz="2400" dirty="0"/>
              <a:t> do </a:t>
            </a:r>
            <a:r>
              <a:rPr sz="2400" dirty="0" err="1"/>
              <a:t>relógio</a:t>
            </a:r>
            <a:r>
              <a:rPr sz="2400" dirty="0"/>
              <a:t> e </a:t>
            </a:r>
            <a:r>
              <a:rPr sz="2400" dirty="0" err="1"/>
              <a:t>leitura</a:t>
            </a:r>
            <a:r>
              <a:rPr sz="2400" dirty="0"/>
              <a:t> de </a:t>
            </a:r>
            <a:r>
              <a:rPr sz="2400" dirty="0" err="1"/>
              <a:t>sensores</a:t>
            </a:r>
            <a:r>
              <a:rPr sz="2400" dirty="0"/>
              <a:t>.</a:t>
            </a:r>
          </a:p>
          <a:p>
            <a:pPr lvl="1"/>
            <a:r>
              <a:rPr sz="2400" dirty="0" err="1"/>
              <a:t>Demonstração</a:t>
            </a:r>
            <a:r>
              <a:rPr sz="2400" dirty="0"/>
              <a:t> completa de </a:t>
            </a:r>
            <a:r>
              <a:rPr sz="2400" dirty="0" err="1"/>
              <a:t>compilação</a:t>
            </a:r>
            <a:r>
              <a:rPr sz="2400" dirty="0"/>
              <a:t>: Lexer → Parser → Assembly → VM.</a:t>
            </a:r>
            <a:endParaRPr lang="pt-BR" sz="2400" dirty="0"/>
          </a:p>
          <a:p>
            <a:r>
              <a:rPr lang="pt-BR" sz="2400" dirty="0"/>
              <a:t>Meu interesse pessoal nesse tipo de dispositivo eletrônico que uso muito no meu dia a dia </a:t>
            </a:r>
            <a:r>
              <a:rPr lang="pt-BR" sz="2400"/>
              <a:t>e treinos</a:t>
            </a:r>
            <a:endParaRPr lang="pt-BR" sz="2400" dirty="0"/>
          </a:p>
        </p:txBody>
      </p:sp>
      <p:pic>
        <p:nvPicPr>
          <p:cNvPr id="5" name="Imagem 4" descr="Relógio de pulso em fundo branco&#10;&#10;O conteúdo gerado por IA pode estar incorreto.">
            <a:extLst>
              <a:ext uri="{FF2B5EF4-FFF2-40B4-BE49-F238E27FC236}">
                <a16:creationId xmlns:a16="http://schemas.microsoft.com/office/drawing/2014/main" id="{5CD21EB9-DED2-97A2-A336-5AFEBBAA6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3560" y="4578772"/>
            <a:ext cx="1822911" cy="1822911"/>
          </a:xfrm>
          <a:prstGeom prst="rect">
            <a:avLst/>
          </a:prstGeom>
        </p:spPr>
      </p:pic>
      <p:pic>
        <p:nvPicPr>
          <p:cNvPr id="8" name="Imagem 7" descr="Uma imagem contendo relógio de pulso&#10;&#10;O conteúdo gerado por IA pode estar incorreto.">
            <a:extLst>
              <a:ext uri="{FF2B5EF4-FFF2-40B4-BE49-F238E27FC236}">
                <a16:creationId xmlns:a16="http://schemas.microsoft.com/office/drawing/2014/main" id="{D8A061DB-7090-B9DF-7CD2-B06149DBC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542946" y="4485814"/>
            <a:ext cx="1574625" cy="2048196"/>
          </a:xfrm>
          <a:prstGeom prst="rect">
            <a:avLst/>
          </a:prstGeom>
        </p:spPr>
      </p:pic>
      <p:pic>
        <p:nvPicPr>
          <p:cNvPr id="11" name="Imagem 10" descr="Uma imagem contendo objeto, relógio de pulso&#10;&#10;O conteúdo gerado por IA pode estar incorreto.">
            <a:extLst>
              <a:ext uri="{FF2B5EF4-FFF2-40B4-BE49-F238E27FC236}">
                <a16:creationId xmlns:a16="http://schemas.microsoft.com/office/drawing/2014/main" id="{5CB90819-D896-01D4-9534-7FC737F3E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828658" y="4446447"/>
            <a:ext cx="2460702" cy="2087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Linguagem</a:t>
            </a:r>
            <a:r>
              <a:rPr dirty="0"/>
              <a:t> simples, </a:t>
            </a:r>
            <a:r>
              <a:rPr dirty="0" err="1"/>
              <a:t>expressiva</a:t>
            </a:r>
            <a:r>
              <a:rPr dirty="0"/>
              <a:t> e de </a:t>
            </a:r>
            <a:r>
              <a:rPr dirty="0" err="1"/>
              <a:t>propósito</a:t>
            </a:r>
            <a:r>
              <a:rPr dirty="0"/>
              <a:t> </a:t>
            </a:r>
            <a:r>
              <a:rPr dirty="0" err="1"/>
              <a:t>específico</a:t>
            </a:r>
            <a:r>
              <a:rPr dirty="0"/>
              <a:t>.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b="1" dirty="0" err="1"/>
              <a:t>Ações</a:t>
            </a:r>
            <a:r>
              <a:rPr dirty="0"/>
              <a:t>: </a:t>
            </a:r>
            <a:r>
              <a:rPr dirty="0" err="1"/>
              <a:t>corra</a:t>
            </a:r>
            <a:r>
              <a:rPr dirty="0"/>
              <a:t>, pare, </a:t>
            </a:r>
            <a:r>
              <a:rPr dirty="0" err="1"/>
              <a:t>espere</a:t>
            </a:r>
            <a:r>
              <a:rPr dirty="0"/>
              <a:t>, </a:t>
            </a:r>
            <a:r>
              <a:rPr dirty="0" err="1"/>
              <a:t>mostre</a:t>
            </a:r>
            <a:r>
              <a:rPr dirty="0"/>
              <a:t>.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b="1" dirty="0" err="1"/>
              <a:t>Leitura</a:t>
            </a:r>
            <a:r>
              <a:rPr b="1" dirty="0"/>
              <a:t> de </a:t>
            </a:r>
            <a:r>
              <a:rPr b="1" dirty="0" err="1"/>
              <a:t>sensores</a:t>
            </a:r>
            <a:r>
              <a:rPr dirty="0"/>
              <a:t>: tempo, </a:t>
            </a:r>
            <a:r>
              <a:rPr dirty="0" err="1"/>
              <a:t>distancia</a:t>
            </a:r>
            <a:r>
              <a:rPr dirty="0"/>
              <a:t>, </a:t>
            </a:r>
            <a:r>
              <a:rPr dirty="0" err="1"/>
              <a:t>batimentos</a:t>
            </a:r>
            <a:r>
              <a:rPr dirty="0"/>
              <a:t>.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Suporte</a:t>
            </a:r>
            <a:r>
              <a:rPr dirty="0"/>
              <a:t> a </a:t>
            </a:r>
            <a:r>
              <a:rPr dirty="0" err="1"/>
              <a:t>variáveis</a:t>
            </a:r>
            <a:r>
              <a:rPr dirty="0"/>
              <a:t> e </a:t>
            </a:r>
            <a:r>
              <a:rPr dirty="0" err="1"/>
              <a:t>operações</a:t>
            </a:r>
            <a:r>
              <a:rPr dirty="0"/>
              <a:t> </a:t>
            </a:r>
            <a:r>
              <a:rPr dirty="0" err="1"/>
              <a:t>aritméticas</a:t>
            </a:r>
            <a:r>
              <a:rPr dirty="0"/>
              <a:t>.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b="1" dirty="0" err="1"/>
              <a:t>Estruturas</a:t>
            </a:r>
            <a:r>
              <a:rPr b="1" dirty="0"/>
              <a:t> de </a:t>
            </a:r>
            <a:r>
              <a:rPr b="1" dirty="0" err="1"/>
              <a:t>controle</a:t>
            </a:r>
            <a:r>
              <a:rPr dirty="0"/>
              <a:t>: if/else, while.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Gramática Resumida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 = { statement }</a:t>
            </a:r>
          </a:p>
          <a:p>
            <a:pPr lvl="1"/>
            <a:r>
              <a:t>statement = assignment | if | while | action</a:t>
            </a:r>
          </a:p>
          <a:p>
            <a:pPr lvl="1"/>
            <a:r>
              <a:t>condition = term COMP term</a:t>
            </a:r>
          </a:p>
          <a:p>
            <a:pPr lvl="1"/>
            <a:r>
              <a:t>expression = expr_add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760B3-80C4-CF4E-1D1A-EBD35B01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3441-0E24-CD5C-250E-1C316D26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EBNF da Linguagem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B7A5E-A092-7E62-1264-C0992068E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pt-BR" sz="3700" dirty="0"/>
              <a:t>PROGRAM        = { DECLARATION | COMMAND } ;</a:t>
            </a:r>
          </a:p>
          <a:p>
            <a:r>
              <a:rPr lang="pt-BR" sz="3700" dirty="0"/>
              <a:t>DECLARATION    = IDENTIFIER ":=", EXPRESSION ;</a:t>
            </a:r>
          </a:p>
          <a:p>
            <a:r>
              <a:rPr lang="pt-BR" sz="3700" dirty="0"/>
              <a:t>COMMAND        = ASSIGNMENT | IF_STMT | WHILE_STMT | ACTION ;</a:t>
            </a:r>
          </a:p>
          <a:p>
            <a:r>
              <a:rPr lang="pt-BR" sz="3700" dirty="0"/>
              <a:t>ASSIGNMENT     = IDENTIFIER ":=", EXPRESSION ;</a:t>
            </a:r>
          </a:p>
          <a:p>
            <a:r>
              <a:rPr lang="pt-BR" sz="3700" dirty="0"/>
              <a:t>IF_STMT        = "</a:t>
            </a:r>
            <a:r>
              <a:rPr lang="pt-BR" sz="3700" dirty="0" err="1"/>
              <a:t>if</a:t>
            </a:r>
            <a:r>
              <a:rPr lang="pt-BR" sz="3700" dirty="0"/>
              <a:t>", EXPRESSION, "</a:t>
            </a:r>
            <a:r>
              <a:rPr lang="pt-BR" sz="3700" dirty="0" err="1"/>
              <a:t>then</a:t>
            </a:r>
            <a:r>
              <a:rPr lang="pt-BR" sz="3700" dirty="0"/>
              <a:t>", { COMMAND }, [ "</a:t>
            </a:r>
            <a:r>
              <a:rPr lang="pt-BR" sz="3700" dirty="0" err="1"/>
              <a:t>else</a:t>
            </a:r>
            <a:r>
              <a:rPr lang="pt-BR" sz="3700" dirty="0"/>
              <a:t>", { COMMAND } ], "</a:t>
            </a:r>
            <a:r>
              <a:rPr lang="pt-BR" sz="3700" dirty="0" err="1"/>
              <a:t>end</a:t>
            </a:r>
            <a:r>
              <a:rPr lang="pt-BR" sz="3700" dirty="0"/>
              <a:t>" ;</a:t>
            </a:r>
          </a:p>
          <a:p>
            <a:r>
              <a:rPr lang="pt-BR" sz="3700" dirty="0"/>
              <a:t>WHILE_STMT     = "</a:t>
            </a:r>
            <a:r>
              <a:rPr lang="pt-BR" sz="3700" dirty="0" err="1"/>
              <a:t>while</a:t>
            </a:r>
            <a:r>
              <a:rPr lang="pt-BR" sz="3700" dirty="0"/>
              <a:t>", EXPRESSION, [ "do" ], { COMMAND }, "</a:t>
            </a:r>
            <a:r>
              <a:rPr lang="pt-BR" sz="3700" dirty="0" err="1"/>
              <a:t>end</a:t>
            </a:r>
            <a:r>
              <a:rPr lang="pt-BR" sz="3700" dirty="0"/>
              <a:t>" ;</a:t>
            </a:r>
            <a:br>
              <a:rPr lang="pt-BR" sz="3700" dirty="0"/>
            </a:br>
            <a:endParaRPr lang="pt-BR" sz="3700" dirty="0"/>
          </a:p>
          <a:p>
            <a:r>
              <a:rPr lang="pt-BR" sz="3700" dirty="0"/>
              <a:t>ACTION         = "corra"</a:t>
            </a:r>
          </a:p>
          <a:p>
            <a:r>
              <a:rPr lang="pt-BR" sz="3700" dirty="0"/>
              <a:t>               | "pare"</a:t>
            </a:r>
          </a:p>
          <a:p>
            <a:r>
              <a:rPr lang="pt-BR" sz="3700" dirty="0"/>
              <a:t>               | "espere", EXPRESSION</a:t>
            </a:r>
          </a:p>
          <a:p>
            <a:r>
              <a:rPr lang="pt-BR" sz="3700" dirty="0"/>
              <a:t>               | "mostre", EXPRESSION </a:t>
            </a:r>
          </a:p>
          <a:p>
            <a:r>
              <a:rPr lang="pt-BR" sz="3700" dirty="0"/>
              <a:t>               | "mostre", STRING_LITERAL ;</a:t>
            </a:r>
          </a:p>
          <a:p>
            <a:br>
              <a:rPr lang="pt-BR" sz="3700" dirty="0"/>
            </a:br>
            <a:br>
              <a:rPr lang="pt-BR" sz="3700" dirty="0"/>
            </a:br>
            <a:endParaRPr lang="pt-BR" sz="3700" dirty="0"/>
          </a:p>
          <a:p>
            <a:r>
              <a:rPr lang="pt-BR" sz="3700" dirty="0"/>
              <a:t>EXPRESSION     = TERM, { OPERATOR, TERM } ;</a:t>
            </a:r>
          </a:p>
          <a:p>
            <a:r>
              <a:rPr lang="pt-BR" sz="3700" dirty="0"/>
              <a:t>TERM           = IDENTIFIER | NUMBER | STRING ;</a:t>
            </a:r>
          </a:p>
          <a:p>
            <a:r>
              <a:rPr lang="pt-BR" sz="3700" dirty="0"/>
              <a:t>OPERATOR       = "+" | "-" | "*" | "/" | "&lt;" | "&gt;" | "==" | "!=" | "&lt;=" | "&gt;=" ;</a:t>
            </a:r>
          </a:p>
          <a:p>
            <a:r>
              <a:rPr lang="pt-BR" sz="3700" dirty="0"/>
              <a:t>IDENTIFIER     = LETTER, { LETTER | DIGIT | "_" } ;</a:t>
            </a:r>
          </a:p>
          <a:p>
            <a:r>
              <a:rPr lang="pt-BR" sz="3700" dirty="0"/>
              <a:t>NUMBER         = DIGIT, { DIGIT } ;</a:t>
            </a:r>
          </a:p>
          <a:p>
            <a:r>
              <a:rPr lang="pt-BR" sz="3700" dirty="0"/>
              <a:t>STRING         = '"', { CHARACTER }, '"' ;</a:t>
            </a:r>
            <a:br>
              <a:rPr lang="pt-BR" sz="3700" dirty="0"/>
            </a:br>
            <a:endParaRPr lang="pt-BR" sz="3700" dirty="0"/>
          </a:p>
          <a:p>
            <a:r>
              <a:rPr lang="pt-BR" sz="3700" dirty="0"/>
              <a:t>LETTER         = "a" | ... | "z" | "A" | ... | "Z" ;</a:t>
            </a:r>
          </a:p>
          <a:p>
            <a:r>
              <a:rPr lang="pt-BR" sz="3700" dirty="0"/>
              <a:t>DIGIT          = "0" | "1" | ... | "9" ;</a:t>
            </a:r>
          </a:p>
          <a:p>
            <a:r>
              <a:rPr lang="pt-BR" sz="3700" dirty="0"/>
              <a:t>CHARACTER      = ? qualquer símbolo exceto aspas ? ;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7994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Lexer e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Implementado</a:t>
            </a:r>
            <a:r>
              <a:rPr dirty="0"/>
              <a:t> com Flex e Bison.</a:t>
            </a:r>
          </a:p>
          <a:p>
            <a:pPr marL="457200" lvl="1" indent="0">
              <a:buNone/>
            </a:pPr>
            <a:r>
              <a:rPr dirty="0"/>
              <a:t>• Lexer </a:t>
            </a:r>
            <a:r>
              <a:rPr dirty="0" err="1"/>
              <a:t>reconhece</a:t>
            </a:r>
            <a:r>
              <a:rPr dirty="0"/>
              <a:t> </a:t>
            </a:r>
            <a:r>
              <a:rPr dirty="0" err="1"/>
              <a:t>palavras-chave</a:t>
            </a:r>
            <a:r>
              <a:rPr dirty="0"/>
              <a:t>, </a:t>
            </a:r>
            <a:r>
              <a:rPr dirty="0" err="1"/>
              <a:t>constantes</a:t>
            </a:r>
            <a:r>
              <a:rPr dirty="0"/>
              <a:t>, </a:t>
            </a:r>
            <a:r>
              <a:rPr dirty="0" err="1"/>
              <a:t>sensores</a:t>
            </a:r>
            <a:r>
              <a:rPr dirty="0"/>
              <a:t>, </a:t>
            </a:r>
            <a:r>
              <a:rPr dirty="0" err="1"/>
              <a:t>variáveis</a:t>
            </a:r>
            <a:r>
              <a:rPr dirty="0"/>
              <a:t>.</a:t>
            </a:r>
          </a:p>
          <a:p>
            <a:pPr marL="457200" lvl="1" indent="0">
              <a:buNone/>
            </a:pPr>
            <a:r>
              <a:rPr dirty="0"/>
              <a:t>• Parser </a:t>
            </a:r>
            <a:r>
              <a:rPr dirty="0" err="1"/>
              <a:t>aplica</a:t>
            </a:r>
            <a:r>
              <a:rPr dirty="0"/>
              <a:t> </a:t>
            </a:r>
            <a:r>
              <a:rPr dirty="0" err="1"/>
              <a:t>gramática</a:t>
            </a:r>
            <a:r>
              <a:rPr dirty="0"/>
              <a:t> limpa e </a:t>
            </a:r>
            <a:r>
              <a:rPr dirty="0" err="1"/>
              <a:t>gera</a:t>
            </a:r>
            <a:r>
              <a:rPr dirty="0"/>
              <a:t> assembly Stride-VM.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Condições</a:t>
            </a:r>
            <a:r>
              <a:rPr dirty="0"/>
              <a:t> </a:t>
            </a:r>
            <a:r>
              <a:rPr dirty="0" err="1"/>
              <a:t>implementadas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comparações</a:t>
            </a:r>
            <a:r>
              <a:rPr dirty="0"/>
              <a:t> simples.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Máquina Virtual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Registradores</a:t>
            </a:r>
            <a:r>
              <a:rPr dirty="0"/>
              <a:t>: R0, R1, R2</a:t>
            </a:r>
            <a:endParaRPr lang="pt-BR" dirty="0"/>
          </a:p>
          <a:p>
            <a:pPr lvl="1"/>
            <a:r>
              <a:rPr lang="pt-BR" dirty="0"/>
              <a:t>	</a:t>
            </a:r>
            <a:r>
              <a:rPr dirty="0"/>
              <a:t> </a:t>
            </a:r>
            <a:r>
              <a:rPr dirty="0" err="1"/>
              <a:t>Memória</a:t>
            </a:r>
            <a:r>
              <a:rPr dirty="0"/>
              <a:t> @0, @1, @2...</a:t>
            </a:r>
            <a:endParaRPr lang="pt-BR" dirty="0"/>
          </a:p>
          <a:p>
            <a:pPr lvl="1"/>
            <a:r>
              <a:rPr lang="pt-BR" dirty="0"/>
              <a:t>	</a:t>
            </a:r>
            <a:r>
              <a:rPr dirty="0"/>
              <a:t> </a:t>
            </a:r>
            <a:r>
              <a:rPr dirty="0" err="1"/>
              <a:t>Instruções</a:t>
            </a:r>
            <a:r>
              <a:rPr dirty="0"/>
              <a:t>: MOV, LOAD, STORE, ADD, JZ, CMP, PRINT.</a:t>
            </a:r>
            <a:endParaRPr lang="pt-BR" dirty="0"/>
          </a:p>
          <a:p>
            <a:pPr lvl="1"/>
            <a:r>
              <a:rPr lang="pt-BR" dirty="0"/>
              <a:t>Simulação de sensores.</a:t>
            </a:r>
          </a:p>
          <a:p>
            <a:pPr lvl="1"/>
            <a:endParaRPr lang="pt-BR" dirty="0"/>
          </a:p>
          <a:p>
            <a:r>
              <a:rPr lang="pt-BR" dirty="0"/>
              <a:t>Foi desenvolvida em C</a:t>
            </a:r>
          </a:p>
          <a:p>
            <a:pPr marL="457200" lvl="1" indent="0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Exemplo 1 – Atribuições e Expressões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 := 10</a:t>
            </a:r>
          </a:p>
          <a:p>
            <a:r>
              <a:t>y := 5</a:t>
            </a:r>
          </a:p>
          <a:p>
            <a:r>
              <a:t>mostre "resultado:"</a:t>
            </a:r>
          </a:p>
          <a:p>
            <a:r>
              <a:t>mostre x + y *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2 –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counter := 0</a:t>
            </a:r>
          </a:p>
          <a:p>
            <a:r>
              <a:t>while counter &lt; 3 do</a:t>
            </a:r>
          </a:p>
          <a:p>
            <a:r>
              <a:t>  mostre "loop:"</a:t>
            </a:r>
          </a:p>
          <a:p>
            <a:r>
              <a:t>  mostre counter</a:t>
            </a:r>
          </a:p>
          <a:p>
            <a:r>
              <a:t>  counter := counter + 1</a:t>
            </a:r>
          </a:p>
          <a:p>
            <a:r>
              <a:t>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3 – Sensores + If/Else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mostre "tempo atual:"</a:t>
            </a:r>
          </a:p>
          <a:p>
            <a:r>
              <a:t>mostre tempo</a:t>
            </a:r>
          </a:p>
          <a:p>
            <a:r>
              <a:t>if distancia &gt; 0 then</a:t>
            </a:r>
          </a:p>
          <a:p>
            <a:r>
              <a:t>  mostre "distancia positiva"</a:t>
            </a:r>
          </a:p>
          <a:p>
            <a:r>
              <a:t>else</a:t>
            </a:r>
          </a:p>
          <a:p>
            <a:r>
              <a:t>  mostre "distancia zero"</a:t>
            </a:r>
          </a:p>
          <a:p>
            <a:r>
              <a:t>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Curiosidades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Linguagem</a:t>
            </a:r>
            <a:r>
              <a:rPr dirty="0"/>
              <a:t> e VM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implementadas</a:t>
            </a:r>
            <a:r>
              <a:rPr lang="pt-BR" dirty="0"/>
              <a:t>:</a:t>
            </a:r>
          </a:p>
          <a:p>
            <a:pPr lvl="1"/>
            <a:r>
              <a:rPr dirty="0"/>
              <a:t>Usa</a:t>
            </a:r>
            <a:r>
              <a:rPr lang="pt-BR" dirty="0" err="1"/>
              <a:t>ndo</a:t>
            </a:r>
            <a:r>
              <a:rPr dirty="0"/>
              <a:t> </a:t>
            </a:r>
            <a:r>
              <a:rPr dirty="0" err="1"/>
              <a:t>pilha</a:t>
            </a:r>
            <a:r>
              <a:rPr dirty="0"/>
              <a:t> interna para </a:t>
            </a:r>
            <a:r>
              <a:rPr dirty="0" err="1"/>
              <a:t>avaliação</a:t>
            </a:r>
            <a:r>
              <a:rPr dirty="0"/>
              <a:t> de </a:t>
            </a:r>
            <a:r>
              <a:rPr dirty="0" err="1"/>
              <a:t>expressões</a:t>
            </a:r>
            <a:r>
              <a:rPr dirty="0"/>
              <a:t>.</a:t>
            </a:r>
          </a:p>
          <a:p>
            <a:pPr lvl="1"/>
            <a:r>
              <a:rPr dirty="0"/>
              <a:t>Labels </a:t>
            </a:r>
            <a:r>
              <a:rPr dirty="0" err="1"/>
              <a:t>gerenciados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stack para </a:t>
            </a:r>
            <a:r>
              <a:rPr dirty="0" err="1"/>
              <a:t>controle</a:t>
            </a:r>
            <a:r>
              <a:rPr dirty="0"/>
              <a:t> de </a:t>
            </a:r>
            <a:r>
              <a:rPr dirty="0" err="1"/>
              <a:t>fluxo</a:t>
            </a:r>
            <a:r>
              <a:rPr dirty="0"/>
              <a:t>.</a:t>
            </a:r>
          </a:p>
          <a:p>
            <a:pPr lvl="1"/>
            <a:r>
              <a:rPr dirty="0"/>
              <a:t>Parsing bottom-up com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embutida</a:t>
            </a:r>
            <a:r>
              <a:rPr dirty="0"/>
              <a:t>.</a:t>
            </a:r>
            <a:endParaRPr lang="pt-BR" dirty="0"/>
          </a:p>
          <a:p>
            <a:pPr lvl="1"/>
            <a:r>
              <a:rPr lang="pt-BR" dirty="0"/>
              <a:t>Os </a:t>
            </a:r>
            <a:r>
              <a:rPr lang="pt-BR" dirty="0" err="1"/>
              <a:t>labels</a:t>
            </a:r>
            <a:r>
              <a:rPr lang="pt-BR" dirty="0"/>
              <a:t> foram escolhidos por mim, conforme eu gostaria de poder programar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597</Words>
  <Application>Microsoft Office PowerPoint</Application>
  <PresentationFormat>Apresentação na tela (4:3)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Stride – Linguagem de Programação</vt:lpstr>
      <vt:lpstr>Motivação</vt:lpstr>
      <vt:lpstr>Características</vt:lpstr>
      <vt:lpstr>Gramática Resumida</vt:lpstr>
      <vt:lpstr>EBNF da Linguagem</vt:lpstr>
      <vt:lpstr>Lexer e Parser</vt:lpstr>
      <vt:lpstr>Máquina Virtual</vt:lpstr>
      <vt:lpstr>Exemplo 1 – Atribuições e Expressões</vt:lpstr>
      <vt:lpstr>Exemplo 2 – While</vt:lpstr>
      <vt:lpstr>Exemplo 3 – Sensores + If/Else</vt:lpstr>
      <vt:lpstr>Curiosidades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Beatriz Borges Zackiewicz</cp:lastModifiedBy>
  <cp:revision>2</cp:revision>
  <dcterms:created xsi:type="dcterms:W3CDTF">2013-01-27T09:14:16Z</dcterms:created>
  <dcterms:modified xsi:type="dcterms:W3CDTF">2025-11-29T10:54:23Z</dcterms:modified>
  <cp:category/>
</cp:coreProperties>
</file>